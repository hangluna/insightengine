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Template Preview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3474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InsightEngine Presentation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0" y="4572000"/>
            <a:ext cx="1828800" cy="45720"/>
          </a:xfrm>
          <a:prstGeom prst="rect">
            <a:avLst/>
          </a:prstGeom>
          <a:solidFill>
            <a:srgbClr val="3498D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slide layouts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typography and colors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slide types supported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Charts, tables, and images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Comparison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846320" y="137160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 1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 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0" y="1371600"/>
            <a:ext cx="18288" cy="4572000"/>
          </a:xfrm>
          <a:prstGeom prst="rect">
            <a:avLst/>
          </a:prstGeom>
          <a:solidFill>
            <a:srgbClr val="3498DB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498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“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828800" y="228600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is intelligence made visible.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828800" y="47548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Alina Wheeler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Sample Data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$1.2M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$1.5M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Cảm ơn!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2026-04-16T08:07:52Z</dcterms:created>
  <dcterms:modified xsi:type="dcterms:W3CDTF">2026-04-16T08:07:52Z</dcterms:modified>
</cp:coreProperties>
</file>