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4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B0B0B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4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4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B0B0B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0B0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4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Category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Revenue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$1.2M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$1.5M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Growth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18%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4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B0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2026-04-16T08:07:53Z</dcterms:created>
  <dcterms:modified xsi:type="dcterms:W3CDTF">2026-04-16T08:07:53Z</dcterms:modified>
</cp:coreProperties>
</file>